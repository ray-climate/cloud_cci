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Framing. We've extended our SEVIRI x EarthCARE validation framework to ORAC retrievals on Sentinel-3A SLSTR, using EarthCARE as the reference, for December 2025. The story I'll build to is two independent limitations of the polar-daytime solar retrieval - a bright-surface optical-depth saturation, and an intrinsic liquid phase bias - while the thermal cloud-top height and the effective radius come out well. The sample is about 0.6 million matched pixels.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status before the detail. The collocation pipeline is built and characterised. Every continuous variable is validated against EarthCARE. We've done the root-cause analysis behind the biases. And - new since the last meeting - we've closed the two-way phase validation using A-TC, which lets us report ice-detection skill for the first time. All of it is written up as reports plus this deck, and it's reproducible. What remains needs new data processing - a summer Arctic month, Sentinel-3B, other seasons - not more analysis of what we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is a polar study: two sun-synchronous orbiters only coincide near the poles, so every collocation is polar - that's orbital mechanics, not a choice. We match within an hour and 3 km, and both footprints are about a kilometre. The key consequence: the solar retrievals need daylight, and in December that's Antarctic polar day, so the entire optical-depth, effective-radius, water-path and phase sample is Southern Hemisphere. Only the thermal cloud-top height, which works at night, also sees the Arctic. The map shows where the crossings concentrate - a dense polar band, sparse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Cloud-top height is our strongest result. Over the Antarctic in daylight the median bias is a quarter of a kilometre - the thermal 11-micron retrieval holds up in the polar regime. The Arctic, in polar night in December, is about four times worse at minus 0.95 km; that's a night-versus-day and winter-sea-ice contrast, not something about the pole itself. Worth flagging: the often-quoted minus 0.57 km 'polar' number is really a blend of these two very different regimes, so I prefer to quote them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Water-cloud optical depth. First a methodological point: report the median, not the mean. Optical depth is heavy-tailed, and the mean gets dragged positive by a few thick-cloud pixels - it even flips sign. On the median, ORAC underestimates by about 5. The cause is saturation: ORAC's passive liquid optical depth is stuck around 5 to 8 across the whole reference range, from below 1 up to 34. So it over-reads thin cloud, saturates on thick cloud, and can't correlate. And it's genuinely ORAC saturating - using the radar in the reference changes the answer by only about 1, so the reference isn't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slide for the cause. If we split by surface type, water optical depth only behaves like a working retrieval - positive correlation, slight over-read - over open water. The instant the surface is sea-ice or ice-sheet, which is 95% of the scene, the correlation collapses to zero and it under-reads by 4 to 5. Same clouds, only the background changed - so the saturation is a bright-surface radiative effect, not a bug. And note the contrast: effective radius stays accurate over the cryosphere, so droplet size is trustworthy even where optical depth isn't.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 the optical-depth problem matter for the water budget? Yes. ORAC's liquid water path runs about a third low on the median, decorrelated, and worse over the ice sheet. What makes this convincing is the reference: we integrated EarthCARE's radar-plus-lidar liquid water content, a measurement that never uses optical depth - so it independently confirms the saturation propagates into the water path. Same fix required: better handling of the bright surface albedo.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categorical validation, and the part that's new since last time. Against A-TC, which classifies every lidar bin, we can finally score both phases. Liquid detection is good at about 90%, but ice detection is only 62% - ORAC calls 38% of ice cloud tops liquid. That's a liquid bias. Crucially it's surface-independent - 62 to 64% over open water, sea-ice and ice-sheet alike - so it's a different, intrinsic limitation, separate from the surface-driven saturation. On the cloud mask, ORAC is conservative: it catches 69% with a low false-alarm rate, and what it misses is 88% thin cirrus that the lidar sees and a passive imager physically cannot. Read POD as: of all the real ice clouds, what fraction did ORAC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one-look summary of every variable. The green rows are trustworthy - cloud-top height and effective radius, plus a conservative cloud mask. The amber rows are regime-limited - the optical depths and the water path, all tied to the same saturation. The red row is the phase, our clearest weakness. If you take one thing from this table: the thermal and microphysical-shape products are solid; the solar optical-depth magnitude and the phase are where the work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close. Everything is validated and defensible as an Antarctic-summer daytime study, with cloud-top height also bi-hemispheric. The unifying message is two independent limitations: a surface-driven optical-depth saturation that also hits the water path, and an intrinsic liquid phase bias. The reliable products are cloud-top height and effective radius. The next steps all require new processing rather than more analysis - a boreal-summer month to test the Arctic, Sentinel-3B for a second platform, and other seasons.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Validating ORAC SLSTR cloud retrievals against EarthCARE</a:t>
            </a:r>
          </a:p>
          <a:p>
            <a:r>
              <a:rPr sz="1800">
                <a:solidFill>
                  <a:srgbClr val="D5E4F0"/>
                </a:solidFill>
              </a:rPr>
              <a:t>Sentinel-3A × EarthCARE — December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5555"/>
                </a:solidFill>
              </a:rPr>
              <a:t>Continuous validation: CTH · water/ice COT · CER · CWP    |    Categorical: cloud mask · phase (A-TC)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Progress to date</a:t>
            </a:r>
          </a:p>
          <a:p>
            <a:r>
              <a:rPr sz="1400" i="1">
                <a:solidFill>
                  <a:srgbClr val="555555"/>
                </a:solidFill>
              </a:rPr>
              <a:t>From collocation framework to a complete Antarctic-summer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4F72"/>
                </a:solidFill>
              </a:rPr>
              <a:t>• Collocation pipeline built &amp; characterised — polar simultaneous-nadir-overpass geometry, ±60 min / 3 km, density map + Δt/distance sensitivity.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4F72"/>
                </a:solidFill>
              </a:rPr>
              <a:t>• Continuous validation complete — CTH (both hemispheres), water-COT, ice-COT, CER, CWP, all against EarthCARE and median-primary with confidence intervals.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Root cause established — passive τ saturation over bright surfaces; surface-type stratification; independent radar+lidar water-path check.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4F72"/>
                </a:solidFill>
              </a:rPr>
              <a:t>• Categorical validation closed — NEW: cloud mask + phase vs A-TC; ice-detection skill (POD_ice) measurable for the first time.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Fully written up &amp; reproducible — six variable reports + summary + this deck; all version-controlled.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Ready for review — remaining extensions need new processing (Arctic month, Sentinel-3B, other seasons), not further analysis of this sample.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Scope &amp; collocation — a polar comparison by orbital mechanics</a:t>
            </a:r>
          </a:p>
          <a:p>
            <a:r>
              <a:rPr sz="1400" i="1">
                <a:solidFill>
                  <a:srgbClr val="555555"/>
                </a:solidFill>
              </a:rPr>
              <a:t>Simultaneous-nadir-overpass geometry of two sun-synchronous orbiters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ocation_map_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3" y="1280160"/>
            <a:ext cx="7866529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SLSTR and EarthCARE are both sun-synchronous → their tracks coincide only near the poles (~70–83°). Every match is polar — not a choice.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Match: temporal gate ±60 min + nearest pixel &lt; 3 km (SLSTR ≈ EarthCARE ≈ 1 km footprint).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Solar retrievals need daylight → December = Antarctic polar day → the COT/CER/CWP/phase sample is 100% Southern Hemisphere; thermal CTH also samples the Arctic (night).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References: A-CTH (height) · ACM-CAP (liquid COT/CER, radar+lidar LWP) · A-EBD (ice COT) · A-TC (phase &amp; cloud mask).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Cloud-top height — the strong result</a:t>
            </a:r>
          </a:p>
          <a:p>
            <a:r>
              <a:rPr sz="1400" i="1">
                <a:solidFill>
                  <a:srgbClr val="555555"/>
                </a:solidFill>
              </a:rPr>
              <a:t>ORAC vs A-CTH, both hemispheres (thermal retrieval works day &amp; night)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th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846" y="1280160"/>
            <a:ext cx="716600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Median CTH bias −0.25 km (Antarctic, polar day) — the thermal cloud-top retrieval survives the polar regime.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Arctic (polar night) −0.95 km: ~4× larger, a night-vs-day + winter-sea-ice regime contrast, not a pole effect.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The one variable that samples both hemispheres; the headline −0.57 km 'polar' number blends the two regimes.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Water-cloud optical depth — the passive retrieval saturates</a:t>
            </a:r>
          </a:p>
          <a:p>
            <a:r>
              <a:rPr sz="1400" i="1">
                <a:solidFill>
                  <a:srgbClr val="555555"/>
                </a:solidFill>
              </a:rPr>
              <a:t>ORAC vs ACM-CAP (radar-aided synergy), phase-agree liquid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t_water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839" y="1280160"/>
            <a:ext cx="9272016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Report the MEDIAN: −4.8. The quoted '+3 mean' is a skew artefact of a high-τ tail (it even flips sign).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ORAC's passive liquid τ is pinned ~5–8 across the entire ACM-CAP range (0.6→34): it over-reads thin cloud, saturates on thick, and cannot correlate (r_log ≈ 0.1).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It is ORAC saturating, not the radar reference being high (CPR changes the bias by ~1 τ).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The deficit is cryospheric — the surface, not the phase</a:t>
            </a:r>
          </a:p>
          <a:p>
            <a:r>
              <a:rPr sz="1400" i="1">
                <a:solidFill>
                  <a:srgbClr val="555555"/>
                </a:solidFill>
              </a:rPr>
              <a:t>Solar-retrieval skill split by ORAC surface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rface_type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280160"/>
            <a:ext cx="106984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Water-COT correlates (r = +0.28) and over-reads ONLY over open water; over sea-ice &amp; ice-sheet (95% of the scene) r → 0 and bias is −4 to −5.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Same clouds, only the background changed → the τ saturation is the bright-surface radiative regime, not an algorithm bug.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CER is surface-robust (median +0.2 / +0.3 µm over sea-ice / ice-sheet): trustworthy droplet size even where τ is unconstrained.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Liquid water path — the saturation reaches the water budget</a:t>
            </a:r>
          </a:p>
          <a:p>
            <a:r>
              <a:rPr sz="1400" i="1">
                <a:solidFill>
                  <a:srgbClr val="555555"/>
                </a:solidFill>
              </a:rPr>
              <a:t>ORAC cwp vs an independent ACM-CAP water-content reference (LWP)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wp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8" y="1280160"/>
            <a:ext cx="8229599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ORAC liquid water path runs 34% low on the median (30 vs 47 g m⁻²), decorrelated, worse over ice sheet (−18) than ocean (−13).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Validated against radar+lidar liquid-water-content — a reference that never sees τ — so it confirms the τ saturation propagates into the water budget.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Fixed by the same surface-albedo advance, not a CWP-specific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Cloud mask &amp; phase vs EarthCARE A-TC — the two-way contingency</a:t>
            </a:r>
          </a:p>
          <a:p>
            <a:r>
              <a:rPr sz="1400" i="1">
                <a:solidFill>
                  <a:srgbClr val="555555"/>
                </a:solidFill>
              </a:rPr>
              <a:t>Categorical validation (POD_ice, previously unmeasurable)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ase_contin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1280160"/>
            <a:ext cx="11338560" cy="3239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0292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Cloud mask: POD 0.69, FAR 0.11 — conservative; the missed 31% is 88% thin cirrus the lidar sees and a passive imager cannot.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B4F72"/>
                </a:solidFill>
              </a:rPr>
              <a:t>• Phase: POD_liquid 89.5%, POD_ice 62.4% → ORAC has a liquid bias, calling 38% of ice cloud tops 'liquid'.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This bias is SURFACE-INDEPENDENT (62–64% over open water, sea-ice, ice-sheet) — an intrinsic limitation, distinct from the surface-driven τ saturation.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• Polar liquid is ~100% supercooled; ORAC handles it well (89.5%).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All variables at a glance — December 2025</a:t>
            </a:r>
          </a:p>
          <a:p>
            <a:r>
              <a:rPr sz="1400" i="1">
                <a:solidFill>
                  <a:srgbClr val="555555"/>
                </a:solidFill>
              </a:rPr>
              <a:t>Headline metric per variable (median-primary; N = pixel-level matches)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737360"/>
                <a:gridCol w="4937760"/>
                <a:gridCol w="2011680"/>
              </a:tblGrid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EarthCARE ref.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Headline metric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Cloud-top height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A-CTH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median −0.25 km (S, day) / −0.95 km (N, night)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Strong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Water-cloud COT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ACM-CAP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median −4.8 (passive τ saturates ~5–8)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Regime-limited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Ice-cloud COT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A-EBD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median +2.0 (mean +7 skewed)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Weak corr.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Effective radius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ACM-CAP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median +1 µm (robust bias, no skill)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Robust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Liquid water path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ACM-CAP LWP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median −16 g m⁻² (−34%)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Inherits τ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Cloud mask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A-TC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POD 0.69 · FAR 0.11 (misses = thin cirrus)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Conservative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Cloud phase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A-TC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POD_liq 90% · POD_ice 62% (liquid bias)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Liquid-biased</a:t>
                      </a:r>
                    </a:p>
                  </a:txBody>
                  <a:tcPr anchor="ctr"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4F72"/>
                </a:solidFill>
              </a:rPr>
              <a:t>Summary — what is validated, and what is next</a:t>
            </a:r>
          </a:p>
          <a:p>
            <a:r>
              <a:rPr sz="1400" i="1">
                <a:solidFill>
                  <a:srgbClr val="555555"/>
                </a:solidFill>
              </a:rPr>
              <a:t>Every EarthCARE-validatable dimension of the Dec-2025 sample is complete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47120" cy="3175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4F72"/>
                </a:solidFill>
              </a:rPr>
              <a:t>• VALIDATED (all median-primary, with confidence intervals):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CTH · water-COT · ice-COT · CER · CWP · cloud mask · phase — plus collocation methodology, surface-type &amp; phase stratification.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4F72"/>
                </a:solidFill>
              </a:rPr>
              <a:t>• THE UNIFYING STORY — two independent limitations of the polar-daytime solar retrieval: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(1) bright-surface optical-depth SATURATION (surface-driven; propagates into CWP; spares open water),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(2) an intrinsic LIQUID PHASE BIAS (POD_ice 62%; surface-independent).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Thermal CTH is strong (−0.25 km); CER is robust. These are the trustworthy products over the cryosphere.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4F72"/>
                </a:solidFill>
              </a:rPr>
              <a:t>• NEXT STEPS (require new processing, not further analysis):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– Arctic / boreal-summer month (Arctic sea-ice &amp; Greenland) · Sentinel-3B · other seasons.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